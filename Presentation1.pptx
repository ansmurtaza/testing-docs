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C8801DE-89A3-4699-8663-733DB45B09D3}"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E151C4-04E4-4409-84FA-D1E70B92117C}" type="slidenum">
              <a:rPr lang="en-US" smtClean="0"/>
              <a:t>‹#›</a:t>
            </a:fld>
            <a:endParaRPr lang="en-US"/>
          </a:p>
        </p:txBody>
      </p:sp>
    </p:spTree>
    <p:extLst>
      <p:ext uri="{BB962C8B-B14F-4D97-AF65-F5344CB8AC3E}">
        <p14:creationId xmlns:p14="http://schemas.microsoft.com/office/powerpoint/2010/main" val="1508439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C8801DE-89A3-4699-8663-733DB45B09D3}"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E151C4-04E4-4409-84FA-D1E70B92117C}" type="slidenum">
              <a:rPr lang="en-US" smtClean="0"/>
              <a:t>‹#›</a:t>
            </a:fld>
            <a:endParaRPr lang="en-US"/>
          </a:p>
        </p:txBody>
      </p:sp>
    </p:spTree>
    <p:extLst>
      <p:ext uri="{BB962C8B-B14F-4D97-AF65-F5344CB8AC3E}">
        <p14:creationId xmlns:p14="http://schemas.microsoft.com/office/powerpoint/2010/main" val="69188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C8801DE-89A3-4699-8663-733DB45B09D3}"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E151C4-04E4-4409-84FA-D1E70B92117C}" type="slidenum">
              <a:rPr lang="en-US" smtClean="0"/>
              <a:t>‹#›</a:t>
            </a:fld>
            <a:endParaRPr lang="en-US"/>
          </a:p>
        </p:txBody>
      </p:sp>
    </p:spTree>
    <p:extLst>
      <p:ext uri="{BB962C8B-B14F-4D97-AF65-F5344CB8AC3E}">
        <p14:creationId xmlns:p14="http://schemas.microsoft.com/office/powerpoint/2010/main" val="4054748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C8801DE-89A3-4699-8663-733DB45B09D3}"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E151C4-04E4-4409-84FA-D1E70B92117C}" type="slidenum">
              <a:rPr lang="en-US" smtClean="0"/>
              <a:t>‹#›</a:t>
            </a:fld>
            <a:endParaRPr lang="en-US"/>
          </a:p>
        </p:txBody>
      </p:sp>
    </p:spTree>
    <p:extLst>
      <p:ext uri="{BB962C8B-B14F-4D97-AF65-F5344CB8AC3E}">
        <p14:creationId xmlns:p14="http://schemas.microsoft.com/office/powerpoint/2010/main" val="3148650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C8801DE-89A3-4699-8663-733DB45B09D3}" type="datetimeFigureOut">
              <a:rPr lang="en-US" smtClean="0"/>
              <a:t>1/12/2026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AE151C4-04E4-4409-84FA-D1E70B92117C}" type="slidenum">
              <a:rPr lang="en-US" smtClean="0"/>
              <a:t>‹#›</a:t>
            </a:fld>
            <a:endParaRPr lang="en-US"/>
          </a:p>
        </p:txBody>
      </p:sp>
    </p:spTree>
    <p:extLst>
      <p:ext uri="{BB962C8B-B14F-4D97-AF65-F5344CB8AC3E}">
        <p14:creationId xmlns:p14="http://schemas.microsoft.com/office/powerpoint/2010/main" val="507882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C8801DE-89A3-4699-8663-733DB45B09D3}" type="datetimeFigureOut">
              <a:rPr lang="en-US" smtClean="0"/>
              <a:t>1/12/2026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AE151C4-04E4-4409-84FA-D1E70B92117C}" type="slidenum">
              <a:rPr lang="en-US" smtClean="0"/>
              <a:t>‹#›</a:t>
            </a:fld>
            <a:endParaRPr lang="en-US"/>
          </a:p>
        </p:txBody>
      </p:sp>
    </p:spTree>
    <p:extLst>
      <p:ext uri="{BB962C8B-B14F-4D97-AF65-F5344CB8AC3E}">
        <p14:creationId xmlns:p14="http://schemas.microsoft.com/office/powerpoint/2010/main" val="3135047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8801DE-89A3-4699-8663-733DB45B09D3}" type="datetimeFigureOut">
              <a:rPr lang="en-US" smtClean="0"/>
              <a:t>1/12/2026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AE151C4-04E4-4409-84FA-D1E70B92117C}" type="slidenum">
              <a:rPr lang="en-US" smtClean="0"/>
              <a:t>‹#›</a:t>
            </a:fld>
            <a:endParaRPr lang="en-US"/>
          </a:p>
        </p:txBody>
      </p:sp>
    </p:spTree>
    <p:extLst>
      <p:ext uri="{BB962C8B-B14F-4D97-AF65-F5344CB8AC3E}">
        <p14:creationId xmlns:p14="http://schemas.microsoft.com/office/powerpoint/2010/main" val="2921294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C8801DE-89A3-4699-8663-733DB45B09D3}"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E151C4-04E4-4409-84FA-D1E70B92117C}" type="slidenum">
              <a:rPr lang="en-US" smtClean="0"/>
              <a:t>‹#›</a:t>
            </a:fld>
            <a:endParaRPr lang="en-US"/>
          </a:p>
        </p:txBody>
      </p:sp>
    </p:spTree>
    <p:extLst>
      <p:ext uri="{BB962C8B-B14F-4D97-AF65-F5344CB8AC3E}">
        <p14:creationId xmlns:p14="http://schemas.microsoft.com/office/powerpoint/2010/main" val="60852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C8801DE-89A3-4699-8663-733DB45B09D3}"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E151C4-04E4-4409-84FA-D1E70B92117C}" type="slidenum">
              <a:rPr lang="en-US" smtClean="0"/>
              <a:t>‹#›</a:t>
            </a:fld>
            <a:endParaRPr lang="en-US"/>
          </a:p>
        </p:txBody>
      </p:sp>
    </p:spTree>
    <p:extLst>
      <p:ext uri="{BB962C8B-B14F-4D97-AF65-F5344CB8AC3E}">
        <p14:creationId xmlns:p14="http://schemas.microsoft.com/office/powerpoint/2010/main" val="1696650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C8801DE-89A3-4699-8663-733DB45B09D3}"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E151C4-04E4-4409-84FA-D1E70B92117C}" type="slidenum">
              <a:rPr lang="en-US" smtClean="0"/>
              <a:t>‹#›</a:t>
            </a:fld>
            <a:endParaRPr lang="en-US"/>
          </a:p>
        </p:txBody>
      </p:sp>
    </p:spTree>
    <p:extLst>
      <p:ext uri="{BB962C8B-B14F-4D97-AF65-F5344CB8AC3E}">
        <p14:creationId xmlns:p14="http://schemas.microsoft.com/office/powerpoint/2010/main" val="3649795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C8801DE-89A3-4699-8663-733DB45B09D3}"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E151C4-04E4-4409-84FA-D1E70B92117C}" type="slidenum">
              <a:rPr lang="en-US" smtClean="0"/>
              <a:t>‹#›</a:t>
            </a:fld>
            <a:endParaRPr lang="en-US"/>
          </a:p>
        </p:txBody>
      </p:sp>
    </p:spTree>
    <p:extLst>
      <p:ext uri="{BB962C8B-B14F-4D97-AF65-F5344CB8AC3E}">
        <p14:creationId xmlns:p14="http://schemas.microsoft.com/office/powerpoint/2010/main" val="1914936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8801DE-89A3-4699-8663-733DB45B09D3}" type="datetimeFigureOut">
              <a:rPr lang="en-US" smtClean="0"/>
              <a:t>1/12/2026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E151C4-04E4-4409-84FA-D1E70B92117C}" type="slidenum">
              <a:rPr lang="en-US" smtClean="0"/>
              <a:t>‹#›</a:t>
            </a:fld>
            <a:endParaRPr lang="en-US"/>
          </a:p>
        </p:txBody>
      </p:sp>
    </p:spTree>
    <p:extLst>
      <p:ext uri="{BB962C8B-B14F-4D97-AF65-F5344CB8AC3E}">
        <p14:creationId xmlns:p14="http://schemas.microsoft.com/office/powerpoint/2010/main" val="1610976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70858" y="1015592"/>
            <a:ext cx="10258696" cy="4222614"/>
          </a:xfrm>
        </p:spPr>
        <p:txBody>
          <a:bodyPr>
            <a:normAutofit/>
          </a:bodyPr>
          <a:lstStyle/>
          <a:p>
            <a:r>
              <a:rPr lang="en-US" dirty="0"/>
              <a:t>Women in Islam is a multidimensional and a complex topic. The teachings of Islam are based essentially on the Qur'an (God's revelation) and </a:t>
            </a:r>
            <a:r>
              <a:rPr lang="en-US" dirty="0" err="1"/>
              <a:t>Hadeeth</a:t>
            </a:r>
            <a:r>
              <a:rPr lang="en-US" dirty="0"/>
              <a:t> ( elaboration by Prophet Mohammad, peace be upon him ). The Qur'an and the </a:t>
            </a:r>
            <a:r>
              <a:rPr lang="en-US" dirty="0" err="1"/>
              <a:t>Hadeeth</a:t>
            </a:r>
            <a:r>
              <a:rPr lang="en-US" dirty="0"/>
              <a:t>, when properly and unbiasedly understood, provide the basic source for any position or view which is attributed to Islam.</a:t>
            </a:r>
          </a:p>
          <a:p>
            <a:r>
              <a:rPr lang="en-US" dirty="0"/>
              <a:t>I am not an expert or a religious scholar. I am speaking from my personal convictions and experience as a mother, a wife, and an educator.</a:t>
            </a:r>
          </a:p>
          <a:p>
            <a:endParaRPr lang="en-US" dirty="0"/>
          </a:p>
        </p:txBody>
      </p:sp>
    </p:spTree>
    <p:extLst>
      <p:ext uri="{BB962C8B-B14F-4D97-AF65-F5344CB8AC3E}">
        <p14:creationId xmlns:p14="http://schemas.microsoft.com/office/powerpoint/2010/main" val="1873603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70858" y="1015591"/>
            <a:ext cx="10258696" cy="5163139"/>
          </a:xfrm>
        </p:spPr>
        <p:txBody>
          <a:bodyPr>
            <a:normAutofit fontScale="92500" lnSpcReduction="10000"/>
          </a:bodyPr>
          <a:lstStyle/>
          <a:p>
            <a:r>
              <a:rPr lang="en-US" dirty="0"/>
              <a:t>It is rare in the west that someone should ask the Muslim woman about her opinion, experiences and feelings as she fulfills her role in life. We as human beings unfortunately tend to misjudge, that which does not meet our standards or that which we do nor understand, yet do we ever stop to think how superficial that may be? Do we ever think to look deeper and learn, and then judge? To the common lay person an uncut diamond may look like a stone, but to a jeweler it is a treasure beyond comparison. Such is Islam to a Muslim and all who care to learn. To set the stage for the subject of Islam and Women, we have to understand two basic Islamic concepts. These two concepts are:</a:t>
            </a:r>
          </a:p>
          <a:p>
            <a:r>
              <a:rPr lang="en-US" dirty="0"/>
              <a:t>Islam is not a common religion in the popular understanding of most people, rather Islam is a way of life to be practiced constantly and be reflected in all of our actions. The basis of these actions is the strong belief in God's commands in total obedience to his role. What our Creator commands is not for us, as his creations, to question. If one thinks of these commands, one does not find them insulting to his or her intelligence but rather they serve to enrich and improve humanity's well being. In this context, a Muslim man or woman understands their mutual role in society.</a:t>
            </a:r>
          </a:p>
          <a:p>
            <a:r>
              <a:rPr lang="en-US" dirty="0"/>
              <a:t>The status of woman in Islam is something unique, something novel, something that has no similarity in any other system.</a:t>
            </a:r>
          </a:p>
        </p:txBody>
      </p:sp>
    </p:spTree>
    <p:extLst>
      <p:ext uri="{BB962C8B-B14F-4D97-AF65-F5344CB8AC3E}">
        <p14:creationId xmlns:p14="http://schemas.microsoft.com/office/powerpoint/2010/main" val="5979635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70858" y="1015591"/>
            <a:ext cx="10258696" cy="5163139"/>
          </a:xfrm>
        </p:spPr>
        <p:txBody>
          <a:bodyPr>
            <a:normAutofit/>
          </a:bodyPr>
          <a:lstStyle/>
          <a:p>
            <a:r>
              <a:rPr lang="en-US" dirty="0"/>
              <a:t>God says in His Holy Book Qur'an: "Every soul will be (held) in pledge for its deeds" (Qur'an 74:38). The Qur'an also states that: "... So their Lord accepted their prayers, (saying): I will not suffer to be lost the work of any of you whether male or female. You proceed one from another..." (Qur'an 3:195).</a:t>
            </a:r>
          </a:p>
        </p:txBody>
      </p:sp>
    </p:spTree>
    <p:extLst>
      <p:ext uri="{BB962C8B-B14F-4D97-AF65-F5344CB8AC3E}">
        <p14:creationId xmlns:p14="http://schemas.microsoft.com/office/powerpoint/2010/main" val="39358455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447</Words>
  <Application>Microsoft Office PowerPoint</Application>
  <PresentationFormat>Widescreen</PresentationFormat>
  <Paragraphs>6</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CK</dc:creator>
  <cp:lastModifiedBy>CK</cp:lastModifiedBy>
  <cp:revision>1</cp:revision>
  <dcterms:created xsi:type="dcterms:W3CDTF">2026-01-12T14:13:05Z</dcterms:created>
  <dcterms:modified xsi:type="dcterms:W3CDTF">2026-01-12T14:13:21Z</dcterms:modified>
</cp:coreProperties>
</file>